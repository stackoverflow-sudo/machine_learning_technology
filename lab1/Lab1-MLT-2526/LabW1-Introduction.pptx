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C30F2B2-2D16-35BD-394B-8832E4DF4DBF}" name="Luis-Daniel Ibáñez" initials="LI" userId="S::ldig1y14@soton.ac.uk::1381a22f-5c82-4ddf-b769-a191449190e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4BE50E-1E0B-B235-872B-9B2A7506CA45}" v="25" dt="2025-10-03T11:37:39.1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s-Daniel Ibáñez" userId="S::ldig1y14@soton.ac.uk::1381a22f-5c82-4ddf-b769-a191449190e5" providerId="AD" clId="Web-{C14BE50E-1E0B-B235-872B-9B2A7506CA45}"/>
    <pc:docChg chg="modSld">
      <pc:chgData name="Luis-Daniel Ibáñez" userId="S::ldig1y14@soton.ac.uk::1381a22f-5c82-4ddf-b769-a191449190e5" providerId="AD" clId="Web-{C14BE50E-1E0B-B235-872B-9B2A7506CA45}" dt="2025-10-03T11:37:36.153" v="20" actId="20577"/>
      <pc:docMkLst>
        <pc:docMk/>
      </pc:docMkLst>
      <pc:sldChg chg="modSp">
        <pc:chgData name="Luis-Daniel Ibáñez" userId="S::ldig1y14@soton.ac.uk::1381a22f-5c82-4ddf-b769-a191449190e5" providerId="AD" clId="Web-{C14BE50E-1E0B-B235-872B-9B2A7506CA45}" dt="2025-10-03T11:36:56.492" v="1" actId="20577"/>
        <pc:sldMkLst>
          <pc:docMk/>
          <pc:sldMk cId="109857222" sldId="256"/>
        </pc:sldMkLst>
        <pc:spChg chg="mod">
          <ac:chgData name="Luis-Daniel Ibáñez" userId="S::ldig1y14@soton.ac.uk::1381a22f-5c82-4ddf-b769-a191449190e5" providerId="AD" clId="Web-{C14BE50E-1E0B-B235-872B-9B2A7506CA45}" dt="2025-10-03T11:36:56.492" v="1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">
        <pc:chgData name="Luis-Daniel Ibáñez" userId="S::ldig1y14@soton.ac.uk::1381a22f-5c82-4ddf-b769-a191449190e5" providerId="AD" clId="Web-{C14BE50E-1E0B-B235-872B-9B2A7506CA45}" dt="2025-10-03T11:37:07.025" v="2" actId="20577"/>
        <pc:sldMkLst>
          <pc:docMk/>
          <pc:sldMk cId="2027570319" sldId="258"/>
        </pc:sldMkLst>
        <pc:spChg chg="mod">
          <ac:chgData name="Luis-Daniel Ibáñez" userId="S::ldig1y14@soton.ac.uk::1381a22f-5c82-4ddf-b769-a191449190e5" providerId="AD" clId="Web-{C14BE50E-1E0B-B235-872B-9B2A7506CA45}" dt="2025-10-03T11:37:07.025" v="2" actId="20577"/>
          <ac:spMkLst>
            <pc:docMk/>
            <pc:sldMk cId="2027570319" sldId="258"/>
            <ac:spMk id="3" creationId="{239767C3-FE3D-EACE-F065-3E514F1A565A}"/>
          </ac:spMkLst>
        </pc:spChg>
      </pc:sldChg>
      <pc:sldChg chg="modSp">
        <pc:chgData name="Luis-Daniel Ibáñez" userId="S::ldig1y14@soton.ac.uk::1381a22f-5c82-4ddf-b769-a191449190e5" providerId="AD" clId="Web-{C14BE50E-1E0B-B235-872B-9B2A7506CA45}" dt="2025-10-03T11:37:36.153" v="20" actId="20577"/>
        <pc:sldMkLst>
          <pc:docMk/>
          <pc:sldMk cId="2640200814" sldId="259"/>
        </pc:sldMkLst>
        <pc:spChg chg="mod">
          <ac:chgData name="Luis-Daniel Ibáñez" userId="S::ldig1y14@soton.ac.uk::1381a22f-5c82-4ddf-b769-a191449190e5" providerId="AD" clId="Web-{C14BE50E-1E0B-B235-872B-9B2A7506CA45}" dt="2025-10-03T11:37:36.153" v="20" actId="20577"/>
          <ac:spMkLst>
            <pc:docMk/>
            <pc:sldMk cId="2640200814" sldId="259"/>
            <ac:spMk id="3" creationId="{43428272-E328-525A-9263-CC5A1C667B5B}"/>
          </ac:spMkLst>
        </pc:spChg>
      </pc:sldChg>
    </pc:docChg>
  </pc:docChgLst>
  <pc:docChgLst>
    <pc:chgData name="Luis-Daniel Ibáñez" userId="S::ldig1y14@soton.ac.uk::1381a22f-5c82-4ddf-b769-a191449190e5" providerId="AD" clId="Web-{7CFA1437-06A8-EF4D-C431-FC39FE2E671A}"/>
    <pc:docChg chg="mod">
      <pc:chgData name="Luis-Daniel Ibáñez" userId="S::ldig1y14@soton.ac.uk::1381a22f-5c82-4ddf-b769-a191449190e5" providerId="AD" clId="Web-{7CFA1437-06A8-EF4D-C431-FC39FE2E671A}" dt="2025-09-30T09:38:22.877" v="0"/>
      <pc:docMkLst>
        <pc:docMk/>
      </pc:docMkLst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Machine Learning Technologies</a:t>
            </a:r>
            <a:br>
              <a:rPr lang="en-US" dirty="0"/>
            </a:br>
            <a:r>
              <a:rPr lang="en-US" dirty="0"/>
              <a:t>Lab 1 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AY 2025/2026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0F883-7886-674C-FF40-B8F1282F5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rules reminder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1CB43-F9F0-2620-D253-40FC5E895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No food or drink allowed except water in water bottles!</a:t>
            </a:r>
          </a:p>
          <a:p>
            <a:r>
              <a:rPr lang="en-US" dirty="0"/>
              <a:t>Please leave a max of 10 minutes before the end of time to allow the next module to take their places (just like in the lecture theaters) </a:t>
            </a:r>
          </a:p>
        </p:txBody>
      </p:sp>
    </p:spTree>
    <p:extLst>
      <p:ext uri="{BB962C8B-B14F-4D97-AF65-F5344CB8AC3E}">
        <p14:creationId xmlns:p14="http://schemas.microsoft.com/office/powerpoint/2010/main" val="1318882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767C3-FE3D-EACE-F065-3E514F1A56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863" y="411793"/>
            <a:ext cx="10515600" cy="1523675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/>
              <a:t>Download the .</a:t>
            </a:r>
            <a:r>
              <a:rPr lang="en-US" dirty="0" err="1"/>
              <a:t>ipynb</a:t>
            </a:r>
            <a:r>
              <a:rPr lang="en-US" dirty="0"/>
              <a:t>, you can do it on the home folder, or look for your OneDrive, that should be accessible </a:t>
            </a:r>
          </a:p>
          <a:p>
            <a:r>
              <a:rPr lang="en-US" dirty="0"/>
              <a:t>Then, start an Anaconda Power Shell Prompt from the Windows Menu (type Anaconda in the search bar) 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17E29325-A094-634E-E5E4-47AED7EED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048" y="2486762"/>
            <a:ext cx="8207567" cy="4198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570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45DC-3834-C4EA-8B14-89EAF81C7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Activate COMP3222 Virtual Environment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28272-E328-525A-9263-CC5A1C667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On the Anaconda PowerShell, input the following commands to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Activate the module's virtual environment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/>
              <a:t>For more info on what a virtual environment is, consult the guide on setting your own PC. You don’t need to know for the rest of the lab here in the ECS Lab PCs.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Start the </a:t>
            </a:r>
            <a:r>
              <a:rPr lang="en-US" dirty="0" err="1"/>
              <a:t>Jupyter</a:t>
            </a:r>
            <a:r>
              <a:rPr lang="en-US" dirty="0"/>
              <a:t> Notebook server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</p:txBody>
      </p:sp>
      <p:pic>
        <p:nvPicPr>
          <p:cNvPr id="4" name="Picture 3" descr="A screen shot of a computer&#10;&#10;Description automatically generated">
            <a:extLst>
              <a:ext uri="{FF2B5EF4-FFF2-40B4-BE49-F238E27FC236}">
                <a16:creationId xmlns:a16="http://schemas.microsoft.com/office/drawing/2014/main" id="{FF3E479C-6050-9AB5-8467-D4140D4FF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59" y="4097587"/>
            <a:ext cx="11200482" cy="1334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200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4D165-B92A-AC94-7D47-A88D37AA2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128" y="365890"/>
            <a:ext cx="10515600" cy="1147266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dirty="0"/>
              <a:t>Copy paste this </a:t>
            </a:r>
            <a:r>
              <a:rPr lang="en-US" err="1"/>
              <a:t>url</a:t>
            </a:r>
            <a:r>
              <a:rPr lang="en-US" dirty="0"/>
              <a:t> into the browser  (including the whole access token) to get to the </a:t>
            </a:r>
            <a:r>
              <a:rPr lang="en-US" err="1"/>
              <a:t>Jupyter</a:t>
            </a:r>
            <a:r>
              <a:rPr lang="en-US" dirty="0"/>
              <a:t> Notebook</a:t>
            </a:r>
          </a:p>
          <a:p>
            <a:r>
              <a:rPr lang="en-US" dirty="0"/>
              <a:t>Then look for the lab1 notebook you downloaded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4E3ABA73-1FD7-29DC-4F5A-E8E4F85893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0411" y="1982994"/>
            <a:ext cx="8391180" cy="477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830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9111A-8003-5A91-CC3D-B9F31F62E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Saving your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D3AB6-174B-741F-52D2-E9D6D5C21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If you downloaded on your OneDrive, no further action required. Otherwise, remember to copy it there, or send it to yourself by email.</a:t>
            </a:r>
          </a:p>
        </p:txBody>
      </p:sp>
    </p:spTree>
    <p:extLst>
      <p:ext uri="{BB962C8B-B14F-4D97-AF65-F5344CB8AC3E}">
        <p14:creationId xmlns:p14="http://schemas.microsoft.com/office/powerpoint/2010/main" val="194232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4DE37B17528E740848DD67FD0DA5089" ma:contentTypeVersion="6" ma:contentTypeDescription="Create a new document." ma:contentTypeScope="" ma:versionID="1df0abaaeec7cb905f3e60a7cca53046">
  <xsd:schema xmlns:xsd="http://www.w3.org/2001/XMLSchema" xmlns:xs="http://www.w3.org/2001/XMLSchema" xmlns:p="http://schemas.microsoft.com/office/2006/metadata/properties" xmlns:ns2="dd9d43e5-477a-4636-8965-d82a7d5c72f8" xmlns:ns3="40ecddcc-5b87-425b-908e-b3a4e1c214e6" targetNamespace="http://schemas.microsoft.com/office/2006/metadata/properties" ma:root="true" ma:fieldsID="3dbcd4e9c6568fd1522f8d8f35cb491b" ns2:_="" ns3:_="">
    <xsd:import namespace="dd9d43e5-477a-4636-8965-d82a7d5c72f8"/>
    <xsd:import namespace="40ecddcc-5b87-425b-908e-b3a4e1c214e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9d43e5-477a-4636-8965-d82a7d5c72f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ecddcc-5b87-425b-908e-b3a4e1c214e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02B793-1608-472D-93DF-F84DF3CF717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DBA180D-6FA5-4553-807E-0BBD92322B5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BE3BFC72-6970-4FFD-9C59-6E54C89666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d9d43e5-477a-4636-8965-d82a7d5c72f8"/>
    <ds:schemaRef ds:uri="40ecddcc-5b87-425b-908e-b3a4e1c214e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Machine Learning Technologies Lab 1 Introduction</vt:lpstr>
      <vt:lpstr>Lab rules reminder</vt:lpstr>
      <vt:lpstr>PowerPoint Presentation</vt:lpstr>
      <vt:lpstr>Activate COMP3222 Virtual Environment </vt:lpstr>
      <vt:lpstr>PowerPoint Presentation</vt:lpstr>
      <vt:lpstr>Saving your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123</cp:revision>
  <dcterms:created xsi:type="dcterms:W3CDTF">2024-10-06T17:24:28Z</dcterms:created>
  <dcterms:modified xsi:type="dcterms:W3CDTF">2025-10-03T11:37:46Z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0x010100E4DE37B17528E740848DD67FD0DA5089</vt:lpwstr>
  </property>
</Properties>
</file>